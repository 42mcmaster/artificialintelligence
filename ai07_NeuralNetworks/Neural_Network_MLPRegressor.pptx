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182880" cy="18288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560320" y="457200"/>
            <a:ext cx="182880" cy="18288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1097280"/>
            <a:ext cx="182880" cy="18288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4114800"/>
            <a:ext cx="182880" cy="18288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3657600"/>
            <a:ext cx="182880" cy="18288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731520"/>
            <a:ext cx="182880" cy="18288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4389120"/>
            <a:ext cx="182880" cy="18288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86000"/>
            <a:ext cx="182880" cy="18288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0" y="2743200"/>
            <a:ext cx="182880" cy="18288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74320"/>
            <a:ext cx="182880" cy="18288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1005840"/>
            <a:ext cx="1463040" cy="-45720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548640"/>
            <a:ext cx="4754880" cy="64008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188720"/>
            <a:ext cx="-914400" cy="301752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4206240"/>
            <a:ext cx="-5029200" cy="-45720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3749040"/>
            <a:ext cx="6858000" cy="-292608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822960"/>
            <a:ext cx="-5029200" cy="365760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4480560"/>
            <a:ext cx="-2743200" cy="-210312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377440"/>
            <a:ext cx="8229600" cy="45720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2834640"/>
            <a:ext cx="-4114800" cy="-246888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Neural Networks Learn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MLPRegressor — A Complete Walkthrough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House Prices with a Neural Network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MLPRegressor?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2004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3200400"/>
          </a:xfrm>
          <a:prstGeom prst="rectangl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MLP = Multi-Layer Perceptron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neural network that predicts continuous values — like a price, temperature, or score.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gives us MLPRegressor as a ready-made tool. You feed it data, it learns patterns, and then it predicts on new data.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2004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"Regressor" = predicts a number, not a category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097280"/>
            <a:ext cx="3931920" cy="13716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1554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"Will this house sell above or below asking price?"  →  Yes / No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2743200"/>
            <a:ext cx="3931920" cy="13716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2743200"/>
            <a:ext cx="54864" cy="1371600"/>
          </a:xfrm>
          <a:prstGeom prst="rectangle">
            <a:avLst/>
          </a:pr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507492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 ← We're here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74920" y="3200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will this house sell for?"  →  $347,000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Dataset: What Goes 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(Inputs)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840480" cy="4572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Footage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840480" cy="4572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3840480" cy="4572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2651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3840480" cy="4572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Built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2286000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949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(Answer Key)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94960" y="1463040"/>
            <a:ext cx="3291840" cy="109728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94960" y="1463040"/>
            <a:ext cx="54864" cy="1097280"/>
          </a:xfrm>
          <a:prstGeom prst="rectangle">
            <a:avLst/>
          </a:prstGeom>
          <a:solidFill>
            <a:srgbClr val="F97316"/>
          </a:solidFill>
          <a:ln/>
        </p:spPr>
      </p:sp>
      <p:sp>
        <p:nvSpPr>
          <p:cNvPr id="22" name="Text 19"/>
          <p:cNvSpPr/>
          <p:nvPr/>
        </p:nvSpPr>
        <p:spPr>
          <a:xfrm>
            <a:off x="56692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6928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$215,000</a:t>
            </a:r>
            <a:endParaRPr lang="en-US" sz="26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3192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houses  ·  Features and target are separated before training — the network never sees the answer while guessing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Scaling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Data Ready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Scaling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Sq. Footage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783080"/>
            <a:ext cx="1828800" cy="228600"/>
          </a:xfrm>
          <a:prstGeom prst="rectangle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2331720"/>
            <a:ext cx="4572" cy="228600"/>
          </a:xfrm>
          <a:prstGeom prst="rectangle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199132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2880360"/>
            <a:ext cx="2286" cy="228600"/>
          </a:xfrm>
          <a:prstGeom prst="rectangle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196846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Built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03120" y="3429000"/>
            <a:ext cx="1920240" cy="228600"/>
          </a:xfrm>
          <a:prstGeom prst="rectangle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1,995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Scaling (StandardScaler)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Sq. Footage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783080"/>
            <a:ext cx="1097280" cy="228600"/>
          </a:xfrm>
          <a:prstGeom prst="rectangle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2331720"/>
            <a:ext cx="731520" cy="228600"/>
          </a:xfrm>
          <a:prstGeom prst="rectangle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834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2880360"/>
            <a:ext cx="548640" cy="228600"/>
          </a:xfrm>
          <a:prstGeom prst="rectangle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383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Built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3429000"/>
            <a:ext cx="1005840" cy="228600"/>
          </a:xfrm>
          <a:prstGeom prst="rectangle">
            <a:avLst/>
          </a:prstGeom>
          <a:solidFill>
            <a:srgbClr val="22C55E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8229600" cy="82296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77640"/>
            <a:ext cx="411480" cy="41148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8872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scaling, large values (sq. footage, year) dominate small values (bedrooms, bathrooms). StandardScaler puts everything on the same playing field — centered around zero.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Input Layer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828800" cy="457200"/>
          </a:xfrm>
          <a:prstGeom prst="rectangle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Sq. Ft.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280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1463040"/>
            <a:ext cx="59436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2112" y="1261872"/>
            <a:ext cx="402336" cy="402336"/>
          </a:xfrm>
          <a:prstGeom prst="ellipse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135331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1828800" cy="457200"/>
          </a:xfrm>
          <a:prstGeom prst="rectangle">
            <a:avLst/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3160" y="2286000"/>
            <a:ext cx="59436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2084832"/>
            <a:ext cx="402336" cy="402336"/>
          </a:xfrm>
          <a:prstGeom prst="ellipse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217627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1828800" cy="457200"/>
          </a:xfrm>
          <a:prstGeom prst="rectangle">
            <a:avLst/>
          </a:prstGeom>
          <a:solidFill>
            <a:srgbClr val="1A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2926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23160" y="3108960"/>
            <a:ext cx="59436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2112" y="2907792"/>
            <a:ext cx="402336" cy="402336"/>
          </a:xfrm>
          <a:prstGeom prst="ellipse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0672" y="299923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1828800" cy="457200"/>
          </a:xfrm>
          <a:prstGeom prst="rectangle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54480" y="3749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23160" y="3931920"/>
            <a:ext cx="59436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82112" y="3730752"/>
            <a:ext cx="402336" cy="402336"/>
          </a:xfrm>
          <a:prstGeom prst="ellipse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90672" y="382219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188720"/>
            <a:ext cx="3931920" cy="292608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188720"/>
            <a:ext cx="54864" cy="2926080"/>
          </a:xfrm>
          <a:prstGeom prst="rectangle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node per feature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29200" y="18288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 → 4 input nodes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layer doesn't do any math. It just holds the scaled values and passes them forward.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loading docks where raw materials arrive before the factory starts processing.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Hidden Layer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Learning Happens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2194560" cy="-18288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371600"/>
            <a:ext cx="2194560" cy="36576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371600"/>
            <a:ext cx="2194560" cy="9144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371600"/>
            <a:ext cx="2194560" cy="146304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371600"/>
            <a:ext cx="2194560" cy="201168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011680"/>
            <a:ext cx="2194560" cy="-82296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011680"/>
            <a:ext cx="2194560" cy="-27432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011680"/>
            <a:ext cx="2194560" cy="27432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011680"/>
            <a:ext cx="2194560" cy="82296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011680"/>
            <a:ext cx="2194560" cy="13716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2651760"/>
            <a:ext cx="2194560" cy="-146304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2651760"/>
            <a:ext cx="2194560" cy="-9144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2651760"/>
            <a:ext cx="2194560" cy="-36576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2651760"/>
            <a:ext cx="2194560" cy="18288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2651760"/>
            <a:ext cx="2194560" cy="73152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3291840"/>
            <a:ext cx="2194560" cy="-210312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291840"/>
            <a:ext cx="2194560" cy="-155448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3291840"/>
            <a:ext cx="2194560" cy="-100584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3291840"/>
            <a:ext cx="2194560" cy="-4572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3291840"/>
            <a:ext cx="2194560" cy="9144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1207008"/>
            <a:ext cx="329184" cy="329184"/>
          </a:xfrm>
          <a:prstGeom prst="ellipse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12618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9808" y="1847088"/>
            <a:ext cx="329184" cy="329184"/>
          </a:xfrm>
          <a:prstGeom prst="ellipse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190195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49808" y="2487168"/>
            <a:ext cx="329184" cy="329184"/>
          </a:xfrm>
          <a:prstGeom prst="ellipse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54203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9808" y="3127248"/>
            <a:ext cx="329184" cy="329184"/>
          </a:xfrm>
          <a:prstGeom prst="ellipse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18211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91840" y="1005840"/>
            <a:ext cx="365760" cy="36576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10789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91840" y="1554480"/>
            <a:ext cx="365760" cy="36576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16276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91840" y="2103120"/>
            <a:ext cx="365760" cy="36576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21762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h₃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91840" y="2651760"/>
            <a:ext cx="365760" cy="36576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27249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91840" y="3200400"/>
            <a:ext cx="365760" cy="36576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32735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h₅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8640" y="3749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017520" y="3749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1097280"/>
            <a:ext cx="3931920" cy="329184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98348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Each Hidden Node Does: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98348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sum = (w₁·x₁) + (w₂·x₂) + (w₃·x₃) + (w₄·x₄) + bias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8348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 Node h₁: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83480" y="2514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(0.8 × 0.45) + (-0.3 × -0.20) + (0.5 × -0.50) + (0.1 × 0.32) + 0.2 = 1.47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8348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12648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attention to pay to each feature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8348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12648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offset (like land value before the house)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Activation Function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Curve  —  ReLU (Rectified Linear Unit)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0" cy="20116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03120"/>
            <a:ext cx="3657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103120"/>
            <a:ext cx="15544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2103120"/>
            <a:ext cx="1371600" cy="-109728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inputs → 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→ pass through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13716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Rule Is Simple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645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Positive?  →  passes through unchanged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Negative?  →  becomes zero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931920" cy="18288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54864" cy="1828800"/>
          </a:xfrm>
          <a:prstGeom prst="rectangle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246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the network can only learn straight lines — no matter how many layers you add.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794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ReLU, the network can learn curved, conditional relationships like: "a 4th bedroom adds value... unless the house is under 900 sq ft."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Output Layer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Prediction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1188720"/>
            <a:ext cx="365760" cy="36576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2618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72768" y="1371600"/>
            <a:ext cx="3136392" cy="128016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828800"/>
            <a:ext cx="365760" cy="365760"/>
          </a:xfrm>
          <a:prstGeom prst="ellipse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9019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72768" y="2011680"/>
            <a:ext cx="3136392" cy="64008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2468880"/>
            <a:ext cx="365760" cy="36576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542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572768" y="2651760"/>
            <a:ext cx="3136392" cy="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3108960"/>
            <a:ext cx="365760" cy="36576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1821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572768" y="3291840"/>
            <a:ext cx="3136392" cy="-64008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3749040"/>
            <a:ext cx="365760" cy="36576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8221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572768" y="3931920"/>
            <a:ext cx="3136392" cy="-128016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331720"/>
            <a:ext cx="640080" cy="640080"/>
          </a:xfrm>
          <a:prstGeom prst="ellipse">
            <a:avLst/>
          </a:prstGeom>
          <a:solidFill>
            <a:srgbClr val="F97316">
              <a:alpha val="80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$185K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114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 Layer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3108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1188720"/>
            <a:ext cx="2926080" cy="32004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188720"/>
            <a:ext cx="54864" cy="3200400"/>
          </a:xfrm>
          <a:prstGeom prst="rectangl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 One Node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72200" y="1691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regression, the output layer has a single node that combines all hidden outputs into one predicted price.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Activation!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2834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node skips the activation function. The raw sum IS the prediction — because house prices can be any number.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Loss Function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Mistake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200400" cy="13716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$185,000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93192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200400" cy="13716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$215,000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8046720" cy="164592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Squared Error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$215,000 − $185,000 )²  =  ( $30,000 )²  =  900,000,000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square it?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Makes all errors positive.  2) Big mistakes get punished disproportionately — being off by $30K is 900× worse than $1K, not just 30×.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Backpropagation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Who's Responsible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06640" y="1828800"/>
            <a:ext cx="-1188720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828800"/>
            <a:ext cx="-1188720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1828800"/>
            <a:ext cx="-1188720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1463040"/>
            <a:ext cx="1188720" cy="731520"/>
          </a:xfrm>
          <a:prstGeom prst="rectangle">
            <a:avLst/>
          </a:prstGeom>
          <a:solidFill>
            <a:srgbClr val="EF4444">
              <a:alpha val="7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4630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463040"/>
            <a:ext cx="1188720" cy="731520"/>
          </a:xfrm>
          <a:prstGeom prst="rectangle">
            <a:avLst/>
          </a:prstGeom>
          <a:solidFill>
            <a:srgbClr val="F97316">
              <a:alpha val="70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4630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1463040"/>
            <a:ext cx="1188720" cy="731520"/>
          </a:xfrm>
          <a:prstGeom prst="rectangle">
            <a:avLst/>
          </a:prstGeom>
          <a:solidFill>
            <a:srgbClr val="0D9488">
              <a:alpha val="7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4630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0" y="1463040"/>
            <a:ext cx="1188720" cy="731520"/>
          </a:xfrm>
          <a:prstGeom prst="rectangle">
            <a:avLst/>
          </a:prstGeom>
          <a:solidFill>
            <a:srgbClr val="94A3B8">
              <a:alpha val="70000"/>
            </a:srgbClr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4630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Error flows backward through the network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3931920" cy="18288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Gradient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weight, the gradient answers: "If I nudged this weight up a tiny bit, would the loss go up or down, and by how much?"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chain rule from calculus to trace blame link by link.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3931920" cy="18288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Gradient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33832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gradient →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weight makes loss worse → decrease 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gradient →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weight would help → increase 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gradient →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has big impact on the error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Descent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the Weights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00584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weight  =  old weight  −  learning rate  ×  gradient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learning rate: 0.001  —  small steps toward better predictions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560320" cy="164592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51760"/>
            <a:ext cx="2560320" cy="54864"/>
          </a:xfrm>
          <a:prstGeom prst="rectangl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Large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jumps, overshoots the best weights, bounces around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651760"/>
            <a:ext cx="2560320" cy="164592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651760"/>
            <a:ext cx="2560320" cy="54864"/>
          </a:xfrm>
          <a:prstGeom prst="rectangl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Small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Painfully slow improvement, might get stuck in a rut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2651760"/>
            <a:ext cx="2560320" cy="164592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2651760"/>
            <a:ext cx="2560320" cy="54864"/>
          </a:xfrm>
          <a:prstGeom prst="rectangl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Adam (Default)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8076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the rate per weight — bigger steps when confident, smaller when unsure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Training Loop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Thousands of Times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1828800" cy="822960"/>
          </a:xfrm>
          <a:prstGeom prst="rectangle">
            <a:avLst/>
          </a:prstGeom>
          <a:solidFill>
            <a:srgbClr val="14B8A6">
              <a:alpha val="30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1463040"/>
            <a:ext cx="1828800" cy="822960"/>
          </a:xfrm>
          <a:prstGeom prst="rectangle">
            <a:avLst/>
          </a:prstGeom>
          <a:solidFill>
            <a:srgbClr val="F97316">
              <a:alpha val="30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1828800" cy="822960"/>
          </a:xfrm>
          <a:prstGeom prst="rectangle">
            <a:avLst/>
          </a:prstGeom>
          <a:solidFill>
            <a:srgbClr val="EF4444">
              <a:alpha val="3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63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3017520"/>
            <a:ext cx="1828800" cy="822960"/>
          </a:xfrm>
          <a:prstGeom prst="rectangle">
            <a:avLst/>
          </a:prstGeom>
          <a:solidFill>
            <a:srgbClr val="22C55E">
              <a:alpha val="3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017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1874520"/>
            <a:ext cx="9144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1874520"/>
            <a:ext cx="9144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2286000"/>
            <a:ext cx="-1645920" cy="9144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3429000"/>
            <a:ext cx="-1645920" cy="-9144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331720"/>
            <a:ext cx="365760" cy="36576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57200" y="4023360"/>
            <a:ext cx="8229600" cy="73152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Epoch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seeing all 100K houses once.  Default: up to 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epochs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Training stops early if loss plateaus for 10 epochs.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Making Predictions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New, Unseen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011680" cy="256032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House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sqft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baths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2005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2606040"/>
            <a:ext cx="4572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1691640"/>
            <a:ext cx="274320" cy="274320"/>
          </a:xfrm>
          <a:prstGeom prst="ellipse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828800"/>
            <a:ext cx="1097280" cy="-2286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828800"/>
            <a:ext cx="1097280" cy="2286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828800"/>
            <a:ext cx="1097280" cy="6858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828800"/>
            <a:ext cx="1097280" cy="11430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1828800"/>
            <a:ext cx="1097280" cy="16002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63240" y="2148840"/>
            <a:ext cx="274320" cy="274320"/>
          </a:xfrm>
          <a:prstGeom prst="ellipse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7560" y="2286000"/>
            <a:ext cx="1097280" cy="-6858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2286000"/>
            <a:ext cx="1097280" cy="-2286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2286000"/>
            <a:ext cx="1097280" cy="2286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2286000"/>
            <a:ext cx="1097280" cy="6858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2286000"/>
            <a:ext cx="1097280" cy="11430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63240" y="2606040"/>
            <a:ext cx="274320" cy="274320"/>
          </a:xfrm>
          <a:prstGeom prst="ellipse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43200"/>
            <a:ext cx="1097280" cy="-11430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2743200"/>
            <a:ext cx="1097280" cy="-6858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2743200"/>
            <a:ext cx="1097280" cy="-2286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2743200"/>
            <a:ext cx="1097280" cy="2286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2743200"/>
            <a:ext cx="1097280" cy="6858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63240" y="3063240"/>
            <a:ext cx="274320" cy="274320"/>
          </a:xfrm>
          <a:prstGeom prst="ellipse">
            <a:avLst/>
          </a:prstGeom>
          <a:solidFill>
            <a:srgbClr val="1A274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3200400"/>
            <a:ext cx="1097280" cy="-16002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3200400"/>
            <a:ext cx="1097280" cy="-11430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3200400"/>
            <a:ext cx="1097280" cy="-6858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7560" y="3200400"/>
            <a:ext cx="1097280" cy="-2286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3200400"/>
            <a:ext cx="1097280" cy="2286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34840" y="1463040"/>
            <a:ext cx="274320" cy="27432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1600200"/>
            <a:ext cx="1051560" cy="9144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4840" y="1920240"/>
            <a:ext cx="274320" cy="27432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2057400"/>
            <a:ext cx="1051560" cy="4572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2377440"/>
            <a:ext cx="274320" cy="27432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2514600"/>
            <a:ext cx="1051560" cy="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34840" y="2834640"/>
            <a:ext cx="274320" cy="27432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2971800"/>
            <a:ext cx="1051560" cy="-4572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34840" y="3291840"/>
            <a:ext cx="274320" cy="27432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3429000"/>
            <a:ext cx="1051560" cy="-914400"/>
          </a:xfrm>
          <a:prstGeom prst="line">
            <a:avLst/>
          </a:prstGeom>
          <a:noFill/>
          <a:ln w="1016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0720" y="2331720"/>
            <a:ext cx="365760" cy="36576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0" y="3840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frozen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26480" y="2514600"/>
            <a:ext cx="5486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66560" y="1645920"/>
            <a:ext cx="2103120" cy="173736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766560" y="1645920"/>
            <a:ext cx="2103120" cy="54864"/>
          </a:xfrm>
          <a:prstGeom prst="rectangle">
            <a:avLst/>
          </a:prstGeom>
          <a:solidFill>
            <a:srgbClr val="22C55E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85800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$342,500</a:t>
            </a:r>
            <a:endParaRPr lang="en-US" sz="2800" dirty="0"/>
          </a:p>
        </p:txBody>
      </p:sp>
      <p:sp>
        <p:nvSpPr>
          <p:cNvPr id="54" name="Shape 52"/>
          <p:cNvSpPr/>
          <p:nvPr/>
        </p:nvSpPr>
        <p:spPr>
          <a:xfrm>
            <a:off x="457200" y="4114800"/>
            <a:ext cx="8229600" cy="64008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06240"/>
            <a:ext cx="320040" cy="320040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1051560" y="4206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quality depends on: enough representative training data + architecture that fits the complexity of the problem.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Parameters to Know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8229600" cy="64008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051560"/>
            <a:ext cx="54864" cy="640080"/>
          </a:xfrm>
          <a:prstGeom prst="rectangle">
            <a:avLst/>
          </a:prstGeom>
          <a:solidFill>
            <a:srgbClr val="14B8A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hidden_layer_sizes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(100,)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108960" y="1097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layers &amp; nodes. (50, 25) = two layers, 50 and 25 nodes.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01368"/>
            <a:ext cx="8229600" cy="64008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801368"/>
            <a:ext cx="54864" cy="640080"/>
          </a:xfrm>
          <a:prstGeom prst="rectangle">
            <a:avLst/>
          </a:prstGeom>
          <a:solidFill>
            <a:srgbClr val="A78BFA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847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2121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'relu'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108960" y="18470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activation function: relu, tanh, logistic.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551176"/>
            <a:ext cx="8229600" cy="64008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551176"/>
            <a:ext cx="54864" cy="640080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596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2871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'adam'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108960" y="259689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algorithm: adam, sgd, lbfgs.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300984"/>
            <a:ext cx="8229600" cy="64008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3300984"/>
            <a:ext cx="54864" cy="640080"/>
          </a:xfrm>
          <a:prstGeom prst="rectangle">
            <a:avLst/>
          </a:prstGeom>
          <a:solidFill>
            <a:srgbClr val="FBBF24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346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learning_rate_init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" y="36210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0.001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108960" y="334670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learning rate. Smaller = slower but more precise.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050792"/>
            <a:ext cx="8229600" cy="64008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" y="4050792"/>
            <a:ext cx="54864" cy="640080"/>
          </a:xfrm>
          <a:prstGeom prst="rectangle">
            <a:avLst/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5800" y="4370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 200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108960" y="409651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epochs. Increase if you get a 'didn't converge' warning.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MLPRegressor Over Linear Regression?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54864"/>
          </a:xfrm>
          <a:prstGeom prst="rectangle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2743200" cy="-137160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lines only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works when relationships are proportional. More sqft = more money.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200400"/>
          </a:xfrm>
          <a:prstGeom prst="rectangle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54864"/>
          </a:xfrm>
          <a:prstGeom prst="rectangl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MLPRegressor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03520" y="3291840"/>
            <a:ext cx="731520" cy="-27432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3017520"/>
            <a:ext cx="548640" cy="-73152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286000"/>
            <a:ext cx="731520" cy="18288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2468880"/>
            <a:ext cx="640080" cy="-45720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Curves, bends, interactions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messy, non-linear relationships. A 1920 home might be worth more than a 1975 one (historic charm).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8229600" cy="457200"/>
          </a:xfrm>
          <a:prstGeom prst="rectangle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MLPRegressor needs more data, more compute, and more tuning — but handles complex real-world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731520"/>
            <a:ext cx="137160" cy="13716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274320"/>
            <a:ext cx="137160" cy="13716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914400"/>
            <a:ext cx="137160" cy="13716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3840480"/>
            <a:ext cx="137160" cy="13716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3474720"/>
            <a:ext cx="137160" cy="13716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12480" y="457200"/>
            <a:ext cx="137160" cy="13716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4114800"/>
            <a:ext cx="137160" cy="13716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2011680"/>
            <a:ext cx="137160" cy="13716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2560320"/>
            <a:ext cx="137160" cy="13716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65860" y="800100"/>
            <a:ext cx="1645920" cy="-45720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11780" y="342900"/>
            <a:ext cx="5029200" cy="64008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40980" y="982980"/>
            <a:ext cx="-1188720" cy="292608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2260" y="3909060"/>
            <a:ext cx="-4937760" cy="-36576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14500" y="3543300"/>
            <a:ext cx="6766560" cy="-301752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1060" y="525780"/>
            <a:ext cx="-4754880" cy="365760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26180" y="4183380"/>
            <a:ext cx="-3383280" cy="-210312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" y="2080260"/>
            <a:ext cx="7955280" cy="548640"/>
          </a:xfrm>
          <a:prstGeom prst="line">
            <a:avLst/>
          </a:prstGeom>
          <a:noFill/>
          <a:ln w="10160">
            <a:solidFill>
              <a:srgbClr val="0D9488">
                <a:alpha val="50000"/>
              </a:srgbClr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65760"/>
            <a:ext cx="914400" cy="9144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Pipeline</a:t>
            </a:r>
            <a:endParaRPr lang="en-US" sz="3400" dirty="0"/>
          </a:p>
        </p:txBody>
      </p:sp>
      <p:sp>
        <p:nvSpPr>
          <p:cNvPr id="21" name="Shape 18"/>
          <p:cNvSpPr/>
          <p:nvPr/>
        </p:nvSpPr>
        <p:spPr>
          <a:xfrm>
            <a:off x="1371600" y="2103120"/>
            <a:ext cx="6400800" cy="2560320"/>
          </a:xfrm>
          <a:prstGeom prst="rectangle">
            <a:avLst/>
          </a:prstGeom>
          <a:solidFill>
            <a:srgbClr val="1A2744">
              <a:alpha val="7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55448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92024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 → Load into input nodes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55448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920240" y="2532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 multiply by weights, add bias, apply ReLU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55448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920240" y="28712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node produces a predicted price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554480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920240" y="32095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measures how wrong it was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55448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920240" y="3547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traces blame to each weight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55448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92024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nudges every weight to reduce error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55448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920240" y="4224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every batch, every epoch, until loss converges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Neural Networks Learn — MLPRegressor Explained</dc:title>
  <dc:subject>PptxGenJS Presentation</dc:subject>
  <dc:creator>Ryan McMaster</dc:creator>
  <cp:lastModifiedBy>Ryan McMaster</cp:lastModifiedBy>
  <cp:revision>1</cp:revision>
  <dcterms:created xsi:type="dcterms:W3CDTF">2026-02-22T13:46:03Z</dcterms:created>
  <dcterms:modified xsi:type="dcterms:W3CDTF">2026-02-22T13:46:03Z</dcterms:modified>
</cp:coreProperties>
</file>