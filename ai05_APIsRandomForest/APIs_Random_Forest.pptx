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570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 &amp; Random Forest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Live Data &amp; Building Ensemble Models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API?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= Application Programming Interface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between your code and a server. You ask for data in a specific format, and the server sends it back.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Restaurant Analogy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91640"/>
          <a:ext cx="365760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/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food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434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429768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go into the kitchen yourself — you use the waiter (API) as the intermediary.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Structure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API addresses work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https://earthquake.usgs.gov/fdsnws/event/1/query?format=geojson&amp;minmagnitude=5.0&amp;limit=10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19456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194560"/>
            <a:ext cx="219456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194560"/>
            <a:ext cx="173736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Rules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1280160" cy="32004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parameters section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1280160" cy="32004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794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parameter is a pair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206240"/>
            <a:ext cx="1280160" cy="32004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multiple parameters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API Call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120640" y="3383280"/>
            <a:ext cx="3657600" cy="118872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geojson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minmagnitude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5.0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10</a:t>
            </a:r>
            <a:endParaRPr lang="en-US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51560" y="4572000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API URLs directly in your browser — paste the URL and see the raw JSON response!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Fetching Data with Python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requests library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863840" cy="274320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 = </a:t>
            </a: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"https://api.open-meteo.com/v1/forecast"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"latitude": </a:t>
            </a: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41.14,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"longitude": </a:t>
            </a: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-81.86,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"daily": </a:t>
            </a: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"temperature_2m_max"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requests.get(baseUrl, </a:t>
            </a: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=params)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response.json()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library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574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Medina, OH coordinates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832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Python dict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Status Codes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4526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18872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success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743200" y="4526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29184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4526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39496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949440" y="4526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49808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JSON to DataFrames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API data into something useful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Response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840480" cy="210312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"daily"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"time"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"2024-01-01"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"temperature_2m_max"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38.2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68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DataFrame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691640"/>
          <a:ext cx="3291840" cy="1295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temp_max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2024-01-01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2024-01-02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2024-01-03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35.7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pd.DataFrame(data[</a:t>
            </a: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'daily'</a:t>
            </a: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        </a:t>
            </a: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 → structured table!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Tree vs. Many Trees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beats a single decision tree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292608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3152" cy="29260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Decision Tree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expert makes the 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(memorize noise)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complex patterns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73152" cy="2926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experts vote together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377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predictions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harder to overfit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feature importance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train (100 trees)</a:t>
            </a:r>
            <a:endParaRPr lang="en-US" sz="14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51560" y="457200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= Ensemble Learning: many weak learners combine into one strong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Random Forest 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of randomness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0" cy="18288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73152" cy="1828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Random Samples (Bagging)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trains on a different bootstrap sample — a random subset of the data taken WITH replacement. Some rows appear multiple times, others are left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73152" cy="18288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Random Features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the tree can only consider a random subset of features (e.g., 3 of 7). This forces trees to find different patterns instead of all relying on the same feature.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2286000" cy="82296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diverse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160520"/>
            <a:ext cx="320040" cy="320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566160" y="3931920"/>
            <a:ext cx="2286000" cy="82296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56616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makes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160520"/>
            <a:ext cx="320040" cy="3200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492240" y="3931920"/>
            <a:ext cx="2286000" cy="82296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49224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wins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Example: Predicting NBA Wins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if the home team wins using game statistics?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(Differentials)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pts_diff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reb_diff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ast_diff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468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fg_pct_diff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Goal 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tov_diff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stl_diff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1691640"/>
            <a:ext cx="3474720" cy="54864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home_win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 = home won, 0 = away won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0" y="3017520"/>
            <a:ext cx="3474720" cy="64008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(always pick home)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3017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029200" y="3749040"/>
            <a:ext cx="3474720" cy="64008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0" y="3749040"/>
            <a:ext cx="73152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(100 trees)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62-66%</a:t>
            </a:r>
            <a:endParaRPr lang="en-US" sz="22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51560" y="4572000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Differentials = home team stat minus away team stat. Positive means home team was better.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stats matter most for winning?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AST_diff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325880"/>
            <a:ext cx="5029200" cy="2743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FG%_diff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1828800"/>
            <a:ext cx="4490357" cy="2743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30637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PTS_diff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2331720"/>
            <a:ext cx="3951514" cy="2743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1794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REB_diff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2834640"/>
            <a:ext cx="2694214" cy="2743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4494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TOV_diff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03120" y="3337560"/>
            <a:ext cx="1436914" cy="2743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77194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STL_diff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03120" y="3840480"/>
            <a:ext cx="359229" cy="27432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99509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93869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important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forestModel.</a:t>
            </a: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feature_importances_</a:t>
            </a: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# Built-in attribute — shows what drives predictions</a:t>
            </a:r>
            <a:endParaRPr lang="en-US" sz="12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51560" y="4617720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Assists and field goal % predict wins better than raw points or steals.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Random Forest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workflow in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0F12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sklearn.ensemble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RandomForestClassifier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sklearn.model_selection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train_test_split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sklearn.metrics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accuracy_score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data into features (X) and target (y)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nbaData[featureColumns]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nbaData[</a:t>
            </a: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'home_win'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Train-test split (80/20)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xTrain, xTest, yTrain, yTest = train_test_split(X, y, </a:t>
            </a: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test_size=0.2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and train the forest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forestModel = RandomForestClassifier(</a:t>
            </a: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random_state=42)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forestModel.fit(xTrain, yTrain)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 and evaluate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 = forestModel.predict(xTest)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accuracy_score(yTest, predictions)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f"Accuracy: {acc:.2%}"</a:t>
            </a: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548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4709160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complete workflow! Import → Split → Train → Predict → Evaluate.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Tree vs. Random Forest</a:t>
            </a:r>
            <a:endParaRPr lang="en-US" sz="3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(one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(100 paths)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reliable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1560" y="4572000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sacrifices speed and interpretability for significantly better accuracy and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Parameters to Know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 in the forest. More trees = better but slower.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100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 of each tree. None = unlimited growth.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4088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None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0080" y="29260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3291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for reproducibility. Same seed = same results every time.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408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None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080" y="38404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1440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data held back for testing (train_test_split).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4088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0.2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5488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4709160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defaults. Only tune parameters if accuracy is unsatisfying.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Pipeline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base URL + parameters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GET request with requests.get()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42316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code (200 = success)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with .json()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42900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DataFrame with pd.DataFrame()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846320" y="1408176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5780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X (features) and y (target)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46320" y="1847088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4632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57800" y="1810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(80/20)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846320" y="228600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463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57800" y="22494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RandomForestClassifier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846320" y="2724912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4632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257800" y="2688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.fit(xTrain, yTrain)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846320" y="3163824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463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57800" y="3127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with .predict(xTest)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846320" y="3602736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4632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257800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accuracy_score()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846320" y="4041648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4632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257800" y="40050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feature_importances_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480560" y="914400"/>
            <a:ext cx="18288" cy="3657600"/>
          </a:xfrm>
          <a:prstGeom prst="rect">
            <a:avLst/>
          </a:prstGeom>
          <a:solidFill>
            <a:srgbClr val="2A304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Macintosh PowerPoint</Application>
  <PresentationFormat>On-screen Show (16:9)</PresentationFormat>
  <Paragraphs>268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APIs &amp; Random Forest — A Complete Walkthrough</dc:title>
  <dc:subject>PptxGenJS Presentation</dc:subject>
  <dc:creator>Ryan McMaster</dc:creator>
  <cp:lastModifiedBy>McMaster, Ryan</cp:lastModifiedBy>
  <cp:revision>1</cp:revision>
  <dcterms:created xsi:type="dcterms:W3CDTF">2026-02-22T14:06:29Z</dcterms:created>
  <dcterms:modified xsi:type="dcterms:W3CDTF">2026-02-22T14:07:54Z</dcterms:modified>
</cp:coreProperties>
</file>